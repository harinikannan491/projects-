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7" r:id="rId4"/>
    <p:sldId id="258" r:id="rId6"/>
    <p:sldId id="260" r:id="rId7"/>
    <p:sldId id="261" r:id="rId8"/>
    <p:sldId id="264" r:id="rId9"/>
    <p:sldId id="283" r:id="rId10"/>
    <p:sldId id="277" r:id="rId11"/>
    <p:sldId id="284" r:id="rId12"/>
    <p:sldId id="285" r:id="rId13"/>
    <p:sldId id="286" r:id="rId14"/>
    <p:sldId id="281" r:id="rId15"/>
    <p:sldId id="279" r:id="rId16"/>
    <p:sldId id="278" r:id="rId17"/>
    <p:sldId id="274" r:id="rId18"/>
  </p:sldIdLst>
  <p:sldSz cx="12192000" cy="6858000"/>
  <p:notesSz cx="7772400" cy="100584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Arial Narrow" panose="020B0606020202030204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1" autoAdjust="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7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8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7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8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9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9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2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/>
        </p:txBody>
      </p:sp>
      <p:sp>
        <p:nvSpPr>
          <p:cNvPr id="1048753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4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6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0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8771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72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4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75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76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77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7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38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39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40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41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42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9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80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82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6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048757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58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9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1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2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63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64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8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9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0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4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9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871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1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9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7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dirty="0"/>
              <a:t>10/9/2025</a:t>
            </a:r>
            <a:endParaRPr lang="en-US" dirty="0"/>
          </a:p>
        </p:txBody>
      </p:sp>
      <p:sp>
        <p:nvSpPr>
          <p:cNvPr id="1048578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79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48580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2029618" y="414338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 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115219" y="2427719"/>
            <a:ext cx="983853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DRESS TRACKER FOR ELDERLY PEOPLE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1048587" name="Date Placeholder 7"/>
          <p:cNvSpPr>
            <a:spLocks noGrp="1"/>
          </p:cNvSpPr>
          <p:nvPr>
            <p:ph type="dt" idx="4294967295"/>
          </p:nvPr>
        </p:nvSpPr>
        <p:spPr>
          <a:xfrm>
            <a:off x="608012" y="6352317"/>
            <a:ext cx="2843213" cy="363538"/>
          </a:xfr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1048588" name="Google Shape;146;p26"/>
          <p:cNvSpPr txBox="1"/>
          <p:nvPr/>
        </p:nvSpPr>
        <p:spPr>
          <a:xfrm>
            <a:off x="0" y="3370391"/>
            <a:ext cx="11563350" cy="25142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PRESENTED BY                                               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GOKULA LAKSHMI.R – 8115U24AD033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HARINI.V.K – 8115U24AD035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                 	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KESHIYA.C – 8115U24AD048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MADUKSHA.K – 8115U24AD055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831850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3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873912" y="14161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dress tracker that discreetly monitors and protects elderly individuals (especially those with dementia or mobility issues), by continuously tracking vital signs and activities to enhance safety and caregiver support.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PROBLEM IDENTIFICATION 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0" name="Google Shape;187;p30"/>
          <p:cNvSpPr txBox="1">
            <a:spLocks noGrp="1"/>
          </p:cNvSpPr>
          <p:nvPr>
            <p:ph type="body" idx="1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individuals living alone or with mobility limitations are at heightened risk of unnoticed falls, prolonged inactivity, wandering, and other emergencies.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Caregivers often experience stress, vigilance fatigue, and gaps in timely response to incidents.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tracker systems can be expensive, complex, or poorly integrated with user limitations.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1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EXISTING SYSTEM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7" name="Google Shape;205;p32"/>
          <p:cNvSpPr txBox="1">
            <a:spLocks noGrp="1"/>
          </p:cNvSpPr>
          <p:nvPr>
            <p:ph type="body" idx="1"/>
          </p:nvPr>
        </p:nvSpPr>
        <p:spPr>
          <a:xfrm>
            <a:off x="873150" y="1573212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vest (STA home-nursing):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Monitors movement patterns—e.g., getting up at night, bathroom duration, immobility, leaving the house—via remote tracking in home settings.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smart clothing system: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ECG sensors, algorithms like Fast-EMD (for denoising) and Hidden Markov Models (for fall detection), offering eight services: life-sign surveillance, physiological tracking, activity area monitoring, anti-lost, fall detection, emergency call, wear detection, low-battery alert.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ARCHITECHTURE DIAGRAM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7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148290" name="Picture 94914829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" t="29873" b="23873"/>
          <a:stretch>
            <a:fillRect/>
          </a:stretch>
        </p:blipFill>
        <p:spPr bwMode="auto">
          <a:xfrm>
            <a:off x="1021715" y="1600200"/>
            <a:ext cx="10009505" cy="496189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MODULES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4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501951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Module: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ECG, </a:t>
            </a:r>
            <a:r>
              <a:rPr lang="en-US" alt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alt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Module: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Fast-EMD and HMM algorithms for data denoising and fall detection.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Module: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BLE/Wi-Fi for data transmission to caregiver interface or backend.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1 - SENSOR</a:t>
            </a:r>
            <a:r>
              <a:rPr lang="en-US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31975"/>
            <a:ext cx="10971213" cy="4524375"/>
          </a:xfrm>
        </p:spPr>
        <p:txBody>
          <a:bodyPr/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that detect and measure physical or biochemical signals.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the heart rate - Helps in early detection of abnormal cardiac conditions.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Collects Temperature - Useful for detecting fever, hypothermia, or sudden temperature changes.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Fall Detection - Identifies sudden falls or impacts.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GPS - Tracking Real time location of the elderly people.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>2/6/2025</a:t>
            </a:r>
            <a:endParaRPr lang="en-US"/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2 - SIGNAL PROCESSING</a:t>
            </a:r>
            <a:endParaRPr lang="en-US" sz="3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31975"/>
            <a:ext cx="10971213" cy="4524375"/>
          </a:xfrm>
        </p:spPr>
        <p:txBody>
          <a:bodyPr/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A signal processing module is an integrated system designed to analyze, modify, and interpret signals.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Collects raw data from sensors such as heart rate, temperature, motion, and GPS.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Removes unwanted noise and interference from sensor signals.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Converts analog signals into digital form using ADC.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Ensures compatibility with the microcontroller and processing unit.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>2/6/2025</a:t>
            </a:r>
            <a:endParaRPr lang="en-US"/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3 - COMMUNICATION</a:t>
            </a:r>
            <a:endParaRPr lang="en-US" sz="3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31975"/>
            <a:ext cx="10971213" cy="4524375"/>
          </a:xfrm>
        </p:spPr>
        <p:txBody>
          <a:bodyPr/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Transfers processed sensor data from the smart dress to external devices.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Bluetooth is used for short-range communication with smartphones.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Sends health parameters and alerts to a mobile application.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sends alerts during critical situations such as falls or abnormal vitals.</a:t>
            </a: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>2/6/2025</a:t>
            </a:r>
            <a:endParaRPr lang="en-US"/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EATURES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Status at a Glance:</a:t>
            </a:r>
            <a:r>
              <a:rPr lang="en-US" dirty="0"/>
              <a:t> Checks the wearer's current location, device battery life, and activity level.</a:t>
            </a:r>
            <a:endParaRPr lang="en-US" dirty="0"/>
          </a:p>
          <a:p>
            <a:r>
              <a:rPr lang="en-US" b="1" dirty="0"/>
              <a:t>Alert History:</a:t>
            </a:r>
            <a:r>
              <a:rPr lang="en-US" dirty="0"/>
              <a:t> Reviews past fall alerts, SOS button presses, and boundary breaches.</a:t>
            </a:r>
            <a:endParaRPr lang="en-US" dirty="0"/>
          </a:p>
          <a:p>
            <a:r>
              <a:rPr lang="en-US" b="1"/>
              <a:t>Health Data Trend Analysis:</a:t>
            </a:r>
            <a:r>
              <a:rPr lang="en-US"/>
              <a:t> Allows the caregiver and doctors to review changes in vital signs, sleep quality, or activity over weeks and months.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5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REAL WORLD IMPLEMATAION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5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6293" y="20478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306" y="1838551"/>
            <a:ext cx="6071507" cy="40476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913" y="2045586"/>
            <a:ext cx="3604754" cy="36694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CONCLUSION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4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401763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Dress Tracker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leverages smart textile design and advanced signal processing to deliver accurate, non-intrusive elderly monitoring. By addressing existing obstacles like usability, transmission, environmental compatibility through robust architecture and caregiver-focused alerts, it promises improved safety, autonomy, and peace of mind for both users and their families.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89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4007</Words>
  <Application>WPS Presentation</Application>
  <PresentationFormat>Widescreen</PresentationFormat>
  <Paragraphs>126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Arial Narrow</vt:lpstr>
      <vt:lpstr>Microsoft YaHei</vt:lpstr>
      <vt:lpstr>Arial Unicode MS</vt:lpstr>
      <vt:lpstr>Office Theme</vt:lpstr>
      <vt:lpstr>1_Office Theme</vt:lpstr>
      <vt:lpstr>PowerPoint 演示文稿</vt:lpstr>
      <vt:lpstr>PRESENTATION OVERVIEW</vt:lpstr>
      <vt:lpstr>OBJECTIVE</vt:lpstr>
      <vt:lpstr>PROBLEM IDENTIFICATION </vt:lpstr>
      <vt:lpstr>EXISTING SYSTEM</vt:lpstr>
      <vt:lpstr>                    ARCHITECHTURE DIAGRAM </vt:lpstr>
      <vt:lpstr>MODULES</vt:lpstr>
      <vt:lpstr>MODULE 1 - SENSOR </vt:lpstr>
      <vt:lpstr>MODULE 2 - SIGNAL PROCESSING</vt:lpstr>
      <vt:lpstr>MODULE 3 - COMMUNICATION</vt:lpstr>
      <vt:lpstr> CORE FEATURES</vt:lpstr>
      <vt:lpstr>SAMPLE REAL WORLD IMPLEMATAION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Harini Kannan</cp:lastModifiedBy>
  <cp:revision>17</cp:revision>
  <dcterms:created xsi:type="dcterms:W3CDTF">2025-06-04T17:03:00Z</dcterms:created>
  <dcterms:modified xsi:type="dcterms:W3CDTF">2025-12-17T05:33:43Z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B6B1784430E04E16B2F612E000DBCCAC_13</vt:lpwstr>
  </property>
  <property fmtid="{D5CDD505-2E9C-101B-9397-08002B2CF9AE}" pid="3" name="KSOProductBuildVer">
    <vt:lpwstr>1033-12.2.0.23155</vt:lpwstr>
  </property>
</Properties>
</file>